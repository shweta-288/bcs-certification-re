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model: relationships (multiplicity)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103120" cy="822960"/>
          </a:xfrm>
          <a:prstGeom prst="rect">
            <a:avLst/>
          </a:prstGeom>
          <a:solidFill>
            <a:srgbClr val="BCCF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554480"/>
            <a:ext cx="2103120" cy="822960"/>
          </a:xfrm>
          <a:prstGeom prst="rect">
            <a:avLst/>
          </a:prstGeom>
          <a:solidFill>
            <a:srgbClr val="BCCF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5440" y="1554480"/>
            <a:ext cx="2103120" cy="822960"/>
          </a:xfrm>
          <a:prstGeom prst="rect">
            <a:avLst/>
          </a:prstGeom>
          <a:solidFill>
            <a:srgbClr val="BCCF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210312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965960"/>
            <a:ext cx="210312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4108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for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 (always from one end to the other):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Customer makes 0..* Rentals; each Rental is made by exactly 1 Customer.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Vehicle is used in 0..* Rentals; each Rental is for exactly 1 Vehicle.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57600"/>
          <a:ext cx="10515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AutoRent 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one (mandatory)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Rental has exactly 1 Customer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or one (optional)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Rental has 0..1 Inspection recorded so far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1..*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or many (at least one)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Branch has 1..* Sales Persons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0..*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or many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Customer makes 0..* Rentals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Multiplicity states the business rules of the data: how many of one thing can be linked to another.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2026-07-17T15:38:05Z</dcterms:created>
  <dcterms:modified xsi:type="dcterms:W3CDTF">2026-07-17T15:38:05Z</dcterms:modified>
</cp:coreProperties>
</file>