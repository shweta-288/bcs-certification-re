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40544" autoAdjust="0"/>
  </p:normalViewPr>
  <p:slideViewPr>
    <p:cSldViewPr snapToGrid="0" snapToObjects="1">
      <p:cViewPr varScale="1">
        <p:scale>
          <a:sx n="26" d="100"/>
          <a:sy n="26" d="100"/>
        </p:scale>
        <p:origin x="21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18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BCCF00"/>
          </a:solidFill>
          <a:ln w="12700">
            <a:solidFill>
              <a:srgbClr val="BCC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 is a fictional but realistic profile of a typical user within a user role, used to bring requirements to life and test whether the solution serves real people.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6766560" cy="402336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1005840" cy="1005840"/>
          </a:xfrm>
          <a:prstGeom prst="ellipse">
            <a:avLst/>
          </a:prstGeom>
          <a:solidFill>
            <a:srgbClr val="BCCF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057400" y="2240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Maria, 28</a:t>
            </a:r>
            <a:endParaRPr lang="en-US" sz="2000" dirty="0"/>
          </a:p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  |  User role: Customer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car for a weekend trip, quickly, on her phone, the night before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the car with no paperwork and no queue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everything on her phone, never phones a business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Abandons any website that feels slow or asks too much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60520" y="33375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made to call the branch to check availability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that demand information she does not have to hand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I cannot book it on my phone in five minutes, I will rent from someone else."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personas?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237744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baggy user roles: "Customer" hides very different people with different needs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requirements: "would Maria use this?" exposes gaps and wrong assumptions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customer journey maps: the journey is walked through the persona’s eyes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design honest: teams build for Maria, not for themselves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512064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BCCF00"/>
          </a:solidFill>
          <a:ln w="12700">
            <a:solidFill>
              <a:srgbClr val="BCC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51206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role, different persona: Dev, 45, books twenty vans a month on a business account. One role, two very different requirement sets.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 is not a real person and not an average: it is a believable, specific individual the whole team can design and test against.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248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Shweta Goyal</cp:lastModifiedBy>
  <cp:revision>3</cp:revision>
  <dcterms:created xsi:type="dcterms:W3CDTF">2026-07-17T15:54:31Z</dcterms:created>
  <dcterms:modified xsi:type="dcterms:W3CDTF">2026-07-28T16:13:55Z</dcterms:modified>
</cp:coreProperties>
</file>